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Fashion E‑Commerce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Analyst Case Study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Analyse 2023 fashion e‑commerce sales data</a:t>
            </a:r>
          </a:p>
          <a:p>
            <a:r>
              <a:t>Understand sales trends across multiple platforms</a:t>
            </a:r>
          </a:p>
          <a:p>
            <a:r>
              <a:t>Identify customer buying patterns</a:t>
            </a:r>
          </a:p>
          <a:p>
            <a:r>
              <a:t>Provide insights to improve sales strategy for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fashion product orders from multiple platforms</a:t>
            </a:r>
          </a:p>
          <a:p>
            <a:r>
              <a:t>Platforms include Amazon, Myntra, Flipkart, Ajio, Nykaa, Meesho and others</a:t>
            </a:r>
          </a:p>
          <a:p>
            <a:r>
              <a:t>Includes categories such as jeans, saree, kurta, sets, tops and western dresses</a:t>
            </a:r>
          </a:p>
          <a:p>
            <a:r>
              <a:t>Contains customer demographics, order status, quantity and revenue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Dataset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Details: Cust ID, Gender, Age</a:t>
            </a:r>
          </a:p>
          <a:p>
            <a:r>
              <a:t>Order Details: Order ID, Date, Status</a:t>
            </a:r>
          </a:p>
          <a:p>
            <a:r>
              <a:t>Product Details: Category, SKU, Size, Quantity</a:t>
            </a:r>
          </a:p>
          <a:p>
            <a:r>
              <a:t>Sales Details: Amount, Platform Channel</a:t>
            </a:r>
          </a:p>
          <a:p>
            <a:r>
              <a:t>Location Details: City, State, Postal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Overview</a:t>
            </a:r>
          </a:p>
        </p:txBody>
      </p:sp>
      <p:pic>
        <p:nvPicPr>
          <p:cNvPr id="3" name="Picture 2" descr="a71171fe-c000-4baf-bc0e-069fa9b4b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52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Channel &amp; Category Analysis</a:t>
            </a:r>
          </a:p>
        </p:txBody>
      </p:sp>
      <p:pic>
        <p:nvPicPr>
          <p:cNvPr id="3" name="Picture 2" descr="5da7bd0d-30ae-4ee7-b90d-71346e257e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476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revenue reached approximately 21M</a:t>
            </a:r>
          </a:p>
          <a:p>
            <a:r>
              <a:t>B2C orders dominate overall sales compared to B2B</a:t>
            </a:r>
          </a:p>
          <a:p>
            <a:r>
              <a:t>Adult and middle‑aged customers contribute most purchases</a:t>
            </a:r>
          </a:p>
          <a:p>
            <a:r>
              <a:t>Delivered orders form the majority of order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and Myntra contribute significant sales share</a:t>
            </a:r>
          </a:p>
          <a:p>
            <a:r>
              <a:t>Top performing categories include Sets and Kurtas</a:t>
            </a:r>
          </a:p>
          <a:p>
            <a:r>
              <a:t>Revenue varies across months indicating seasonal trends</a:t>
            </a:r>
          </a:p>
          <a:p>
            <a:r>
              <a:t>Certain states and cities dominate overall sales contribution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marketing campaigns on top performing platforms</a:t>
            </a:r>
          </a:p>
          <a:p>
            <a:r>
              <a:t>Promote high demand categories such as Sets and Kurtas</a:t>
            </a:r>
          </a:p>
          <a:p>
            <a:r>
              <a:t>Target adult and middle‑aged customer segments</a:t>
            </a:r>
          </a:p>
          <a:p>
            <a:r>
              <a:t>Reduce return and cancellation rates through better logistics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helps understand customer behavior and sales trends</a:t>
            </a:r>
          </a:p>
          <a:p>
            <a:r>
              <a:t>Insights support better business decisions for 2024</a:t>
            </a:r>
          </a:p>
          <a:p>
            <a:r>
              <a:t>Optimizing product strategy and marketing can increase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265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Fashion E‑Commerce Sales Analysis</vt:lpstr>
      <vt:lpstr>Problem Statement</vt:lpstr>
      <vt:lpstr>Dataset Overview</vt:lpstr>
      <vt:lpstr>Key Dataset Columns</vt:lpstr>
      <vt:lpstr>Sales Dashboard Overview</vt:lpstr>
      <vt:lpstr>Channel &amp; Category Analysis</vt:lpstr>
      <vt:lpstr>Key Insights</vt:lpstr>
      <vt:lpstr>Business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SHEIK SAGUBAR SATHIQ S</dc:creator>
  <cp:keywords/>
  <dc:description>generated using python-pptx</dc:description>
  <cp:lastModifiedBy>SHEIK SAGUBAR SATHIQ S</cp:lastModifiedBy>
  <cp:revision>1</cp:revision>
  <dcterms:created xsi:type="dcterms:W3CDTF">2013-01-27T09:14:16Z</dcterms:created>
  <dcterms:modified xsi:type="dcterms:W3CDTF">2026-03-13T12:13:08Z</dcterms:modified>
  <cp:category/>
</cp:coreProperties>
</file>